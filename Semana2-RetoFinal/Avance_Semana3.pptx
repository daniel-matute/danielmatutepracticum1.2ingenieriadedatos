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PRACTICUM 1.2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Semana 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Ampliando la Capa Silver: INEC, Supercías y MINEDUC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2428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41879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42428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73552" y="41879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Supercías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8912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424281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2352" y="41879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MINEDUC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Medallion  ·  Python + Pandas + SQLite  ·  UTPL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semana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Capa Silver (Semana 2 = Banco Central) con tres fuentes institucionales nuevas.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6676" y="201168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16836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1428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9556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10996" y="3703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(ENEMDU) y ocupación por rama de actividad (Censo 2022)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48556" y="201168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8716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963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1436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Supercías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22876" y="3703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compañías y ranking financiero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0436" y="201168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0596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24963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3316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MINEDUC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34756" y="3703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administrativo de instituciones educativas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diferenciadora del reto: 4to ciclo exige Bloque BCE + MINEDUC; INEC y Supercías se entregan como avance adicional.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método para las tres fuentes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22476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92938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Inspeccionar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" y="301752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encabezados reales de cada archivo: delimitador, codificación, columnas exactas.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3520440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74136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57116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92938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11296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Estandarizar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602736" y="301752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snake_case, tipos de dato correctos, nulos controlados.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3520440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08776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191756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92938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45936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 melt()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437376" y="301752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el archivo viene 'ancho' (áreas o ramas como columnas), pasarlo a formato largo.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244" y="3520440"/>
            <a:ext cx="237744" cy="23774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043416" y="14630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10026396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192938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80576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Cargar a Silver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9272016" y="301752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to_sql() hacia SQLite, con manejo de errores si falta archivo o columna.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6446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INEC — Empleo y ocupación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esperaba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F0F6F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CSV de ENEMDU con Encuesta, Periodo, Indicadores, Nacional, Urbana, Rural.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había en realidad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FDF3E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7033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Tabulados_Mercado_Laboral.xlsx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“2. Tasas”, cabecera partida en 2 filas (Total/Urbana/Rural).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2022_CPV_Trabajo.xlsx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5.1: 22 ramas de actividad (CIIU) como columnas.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pd.melt(): de ancho a largo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0F6F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20240"/>
          <a:ext cx="2743200" cy="64008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desempleo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148840"/>
            <a:ext cx="320040" cy="320040"/>
          </a:xfrm>
          <a:prstGeom prst="rect">
            <a:avLst/>
          </a:prstGeom>
        </p:spPr>
      </p:pic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46920" y="1920240"/>
          <a:ext cx="1828800" cy="155448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desempleo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desempleo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desempleo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6126480" y="3886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cargado a Silver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126480" y="429768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480560"/>
          <a:ext cx="4937760" cy="118872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fact_empleo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fact_ocupacion_censo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6446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Supercías — Empresas y ranking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FDF3E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361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4447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 clave: el ranking no trae RUC, Nombre ni Provincia — solo el identificador “expediente”.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194560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2304288"/>
            <a:ext cx="329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bi_ranking.csv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expediente, ciiu_n1/n6, ingresos, activos… (326 MB, ~1.5M filas)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17720" y="25557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68376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394960" y="2194560"/>
            <a:ext cx="3749040" cy="1234440"/>
          </a:xfrm>
          <a:prstGeom prst="roundRect">
            <a:avLst>
              <a:gd name="adj" fmla="val 5185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623560" y="2304288"/>
            <a:ext cx="329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directorio_companias.xlsx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RUC, Nombre, Situación Legal, Provincia, Cantón (217 mil compañías)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692908"/>
            <a:ext cx="365760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784080" y="2057400"/>
            <a:ext cx="1828800" cy="1508760"/>
          </a:xfrm>
          <a:prstGeom prst="roundRect">
            <a:avLst>
              <a:gd name="adj" fmla="val 42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875520" y="21488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fact_ranking_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" y="3703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 de las filas del ranking quedaron con RUC/Nombre/Provincia tras el cruce (el resto son expedientes sin match en el directorio).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cargado a Silver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475488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892040"/>
          <a:ext cx="10424160" cy="118872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dim_empresas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 de compañías (limpio)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dim_ciiu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códigos CIIU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fact_ranking_empresarial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financiero + cruce con directorio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1,521,018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0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64465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MINEDUC — Registro administrativo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FDF3E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361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era el AMIE 2023-2024 de una sola cohorte: es un histórico 2009-2024 (322,603 filas × 109 columnas).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 la lógica AMIE (Semana 1)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560320"/>
            <a:ext cx="5120640" cy="3108960"/>
          </a:xfrm>
          <a:prstGeom prst="roundRect">
            <a:avLst>
              <a:gd name="adj" fmla="val 2059"/>
            </a:avLst>
          </a:prstGeom>
          <a:solidFill>
            <a:srgbClr val="F0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27432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conservan solo 12 de 109 columnas: identificadores, geografía, sostenimiento y matrícula.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“Nivel_educativo” viene combinado (ej. “Inicial/EGB/Bachillerato”), no es un valor único filtrable.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usa la columna “3er Año Bachillerato” como indicador de bachilleres próximos a graduarse.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Lectura en streaming con openpyxl (no pandas) por el tamaño del archivo (313 MB).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26480" y="2148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cargado a Silver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256032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6207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2697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fact_oferta_academica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322,602 filas listas en SQLite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12648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finales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26480" y="4343400"/>
            <a:ext cx="5394960" cy="1325880"/>
          </a:xfrm>
          <a:prstGeom prst="roundRect">
            <a:avLst>
              <a:gd name="adj" fmla="val 4828"/>
            </a:avLst>
          </a:prstGeom>
          <a:solidFill>
            <a:srgbClr val="F0F6F9"/>
          </a:solidFill>
          <a:ln/>
        </p:spPr>
      </p:sp>
      <p:sp>
        <p:nvSpPr>
          <p:cNvPr id="17" name="Text 12"/>
          <p:cNvSpPr/>
          <p:nvPr/>
        </p:nvSpPr>
        <p:spPr>
          <a:xfrm>
            <a:off x="6355080" y="4480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anio_lectivo · provincia · canton · nombre_institucion · amie · sostenimiento · total_estudiantes · bachillerato · bachilleres_3er_anio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Silver al cierre de la Semana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 nuevas, probadas de extremo a extremo contra los archivos reales.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32720" cy="329184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Silver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fact_empleo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fact_ocupacion_censo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171,480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dim_empresas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dim_ciiu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fact_ranking_empresarial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1,521,018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MINEDUC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fact_oferta_academica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322,602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349240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4223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53309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scripts (inec.py, supercias.py, mineduc.py) corren de inicio a fin sin intervención manual.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Gold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BCE + INEC + Supercías + MINEDUC en el modelo relacional (dimensiones y vistas de negocio).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Practicum 1.2 - Avance Semana 3</dc:title>
  <dc:subject>PptxGenJS Presentation</dc:subject>
  <dc:creator>Daniel Matute</dc:creator>
  <cp:lastModifiedBy>Daniel Matute</cp:lastModifiedBy>
  <cp:revision>1</cp:revision>
  <dcterms:created xsi:type="dcterms:W3CDTF">2026-07-07T05:09:52Z</dcterms:created>
  <dcterms:modified xsi:type="dcterms:W3CDTF">2026-07-07T05:09:52Z</dcterms:modified>
</cp:coreProperties>
</file>